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Engineering &amp; Quantitative Analysis</a:t>
            </a:r>
          </a:p>
          <a:p>
            <a:r>
              <a:t>Prepared by Bluestock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Analytics Architecture</a:t>
            </a:r>
          </a:p>
          <a:p>
            <a:pPr lvl="1"/>
            <a:r>
              <a:t>ETL Pipeline: Scraped, cleaned, and warehoused 1M+ rows of NAV and transaction data into a SQLite Star Schema.</a:t>
            </a:r>
          </a:p>
          <a:p>
            <a:pPr lvl="1"/>
            <a:r>
              <a:t>Quantitative Engine: Computed CAGR, Sharpe, Alpha, Beta, VaR, and executed Monte Carlo simulations.</a:t>
            </a:r>
          </a:p>
          <a:p>
            <a:pPr lvl="1"/>
            <a:r>
              <a:t>Dashboarding: Built a live, interactive Streamlit Glassmorphism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 Dashboard</a:t>
            </a:r>
          </a:p>
        </p:txBody>
      </p:sp>
      <p:pic>
        <p:nvPicPr>
          <p:cNvPr id="3" name="Picture 2" descr="01_Dashboard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